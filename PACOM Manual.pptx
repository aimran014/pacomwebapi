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B96861-203F-48FA-B6FA-5F1947B77388}">
          <p14:sldIdLst>
            <p14:sldId id="256"/>
            <p14:sldId id="257"/>
            <p14:sldId id="258"/>
          </p14:sldIdLst>
        </p14:section>
        <p14:section name="Organization" id="{7DD0DD65-F826-481D-8EC7-9AA5D952C32F}">
          <p14:sldIdLst>
            <p14:sldId id="259"/>
          </p14:sldIdLst>
        </p14:section>
        <p14:section name="Template Controller" id="{B1F76FEB-FD80-4E74-9AD7-BB87CD45C049}">
          <p14:sldIdLst>
            <p14:sldId id="260"/>
            <p14:sldId id="261"/>
            <p14:sldId id="262"/>
            <p14:sldId id="263"/>
            <p14:sldId id="264"/>
          </p14:sldIdLst>
        </p14:section>
        <p14:section name="Assign Controller" id="{A5C0AE24-D0BE-4DBA-A01B-4283D0692165}">
          <p14:sldIdLst>
            <p14:sldId id="265"/>
            <p14:sldId id="266"/>
            <p14:sldId id="267"/>
          </p14:sldIdLst>
        </p14:section>
        <p14:section name="Cutom Column" id="{98F3618B-41D0-4883-B6E4-C7317D1B71A4}">
          <p14:sldIdLst>
            <p14:sldId id="268"/>
            <p14:sldId id="269"/>
          </p14:sldIdLst>
        </p14:section>
        <p14:section name="User" id="{E6B87695-B7CD-4721-9BCB-8920E7039E82}">
          <p14:sldIdLst>
            <p14:sldId id="270"/>
            <p14:sldId id="271"/>
            <p14:sldId id="272"/>
            <p14:sldId id="273"/>
            <p14:sldId id="274"/>
          </p14:sldIdLst>
        </p14:section>
        <p14:section name="Card Format" id="{3174DE35-CF8A-46A5-8495-318A25ECBA97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533D-3A51-428D-8BDF-097B7C069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23614-A71C-4BA5-86EC-4E641802B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825FE-F042-47D1-B1A1-02B9DF89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603B0-E2B3-49F3-B68B-B86E1624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4DAE-C7C7-43A6-8297-5C75DCAB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7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7FD2-28C4-4970-810B-4BEEBF31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0CCD2-234D-4439-9DD4-7EAE552FC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CD423-A8E9-456D-AA70-9678A6A2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A31B5-DF95-4F80-961D-C8728AACB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3588-1980-4623-A49D-5225CF48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4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E646-D31B-4615-B91A-1A0E50A2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BC6A3-64C2-4F83-8548-C2C1D9300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01662-1C71-4960-933A-AA2B0C87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E50D3-78D0-4054-A347-48C95186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823AB-12B4-4791-ACA6-954CAE4A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3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415D-62DE-4D39-8CA3-5B42B330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85E55-454A-4529-8D7A-C9CEAAF51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CA278-0B10-48C2-AB73-6C21F3AC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F1CD8-16C7-470E-9280-3D8E3940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31E41-62F0-493B-B96D-F5F4D051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7C560-D65D-4E07-915A-191A831E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9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A1DD4-356B-4147-9BFD-F0DF69AD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40B85-F9F4-4C19-8590-2007CB895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54D8F-AE92-44CF-BAE0-BAE9DD53F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B5860-D636-42F5-907E-5EEEBEB97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39E99-D23A-409C-92F5-6318AA595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6B420-0013-4B92-B50F-92C11973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35077-A1C7-4CAF-BC87-088B17F4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84A4E-B97A-4BE7-9F9C-E4A3DA4F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4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006F-673D-4078-8759-1269B4D5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F17AA-AD50-4C9E-A2FE-570DDF47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8B65E-08B1-42F6-ABB1-E2BA5CE6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388F3-E6EC-4110-80E0-02C82B87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4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DA10C-0938-4237-8B46-35B19E39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1E2D4-172C-4AC2-8B02-2D9F6A77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37CCF-61D9-41FE-9B67-911C364D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4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B65C-34FF-42D5-AD4F-522802F5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0E60-6922-47C8-A7F8-C4F1CEFBD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587CE-6CF6-4A96-AB61-FC791C38F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9BD59-99D0-40B8-BFE4-7E836AA3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5D722-EA68-4FFE-866B-EC7166C1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31843-D1A2-4317-9D47-B527306D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1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9241-6B87-4508-82A2-ED2118BE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66B2F-9AB9-4650-ACFD-B7461A118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1FE3D-2A29-44E2-8E8C-517896206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6D4B4-8605-434F-9018-5AA55E21B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CEFC6-D52B-410E-98B1-F4BDDE44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2F436-B648-4251-9136-F35A5C2F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F1A6E-06CC-4787-9BA9-5C1E02C3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8D115-BCA3-48AF-85E9-21C9336E7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FA9F-10C4-4821-861B-A41957AA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683A4-F611-4A16-BD4F-A2962357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C5480-E266-4300-B98D-8111B75C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AC042-46C4-4149-A44D-FEB59017C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BE73B-2E6D-4194-87D9-238746BD7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EACF8-3CFB-4F40-85BA-79BF07DB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ECA04-820B-4815-BC08-F6832B76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4D84E-4B04-4875-9423-0B8CE493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7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66228-4E87-4991-BDB7-E84EDDE7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8DCF-F3B4-46D4-A57C-C666A76F6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80054-67BE-451B-A6F4-2E0373073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663CA-21A0-4C46-AD15-01F37C7CB0D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4AF85-6128-41F0-94C5-A2D26C71A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2D1B-F41B-4CF0-9899-D6C758350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31B51-B1B0-47C8-BBE8-948942E2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6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D740-4DFB-4494-B4AA-0378DE699E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PACOM Vigil Core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DEEC6-5146-4A67-8F83-C4432EECC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User Manual</a:t>
            </a:r>
          </a:p>
        </p:txBody>
      </p:sp>
    </p:spTree>
    <p:extLst>
      <p:ext uri="{BB962C8B-B14F-4D97-AF65-F5344CB8AC3E}">
        <p14:creationId xmlns:p14="http://schemas.microsoft.com/office/powerpoint/2010/main" val="2103138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F740E1-89CA-4717-A7E9-812C28BB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008" y="3742180"/>
            <a:ext cx="2705100" cy="2771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46EE30-BACE-47B2-BB36-E258BDDD4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92" y="847725"/>
            <a:ext cx="6241651" cy="277293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C1DC3B-1D7E-4206-8CB3-F99573524403}"/>
              </a:ext>
            </a:extLst>
          </p:cNvPr>
          <p:cNvSpPr txBox="1"/>
          <p:nvPr/>
        </p:nvSpPr>
        <p:spPr>
          <a:xfrm>
            <a:off x="7269018" y="1006764"/>
            <a:ext cx="3445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Open URL PACOM.</a:t>
            </a:r>
          </a:p>
          <a:p>
            <a:pPr marL="342900" indent="-342900">
              <a:buAutoNum type="arabicPeriod"/>
            </a:pPr>
            <a:r>
              <a:rPr lang="en-US" dirty="0"/>
              <a:t>Click button login to 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97F93-598B-4372-9ADF-22807A6EDBCC}"/>
              </a:ext>
            </a:extLst>
          </p:cNvPr>
          <p:cNvSpPr txBox="1"/>
          <p:nvPr/>
        </p:nvSpPr>
        <p:spPr>
          <a:xfrm>
            <a:off x="3537527" y="4678219"/>
            <a:ext cx="423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Insert username / Email &amp; Password.</a:t>
            </a:r>
          </a:p>
          <a:p>
            <a:r>
              <a:rPr lang="en-US" dirty="0"/>
              <a:t>4. Click Sign In button.</a:t>
            </a:r>
          </a:p>
        </p:txBody>
      </p:sp>
    </p:spTree>
    <p:extLst>
      <p:ext uri="{BB962C8B-B14F-4D97-AF65-F5344CB8AC3E}">
        <p14:creationId xmlns:p14="http://schemas.microsoft.com/office/powerpoint/2010/main" val="108327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7911E6-272B-4874-8DB2-435AA0042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80" y="1450390"/>
            <a:ext cx="11705407" cy="487651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794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D0829D-8E91-4E00-B5E6-D252023A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" y="1195003"/>
            <a:ext cx="1838325" cy="3562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ECEE8B-C578-4AC7-8052-290D16ADB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418" y="980691"/>
            <a:ext cx="5400675" cy="428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AFF564-068E-4B9E-8DCA-67118B665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417" y="1568962"/>
            <a:ext cx="5913162" cy="595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565FEF-DFD8-4B28-89B5-61A279B9E1F9}"/>
              </a:ext>
            </a:extLst>
          </p:cNvPr>
          <p:cNvSpPr txBox="1"/>
          <p:nvPr/>
        </p:nvSpPr>
        <p:spPr>
          <a:xfrm>
            <a:off x="8441244" y="1409316"/>
            <a:ext cx="37507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Click System at left nav menu</a:t>
            </a:r>
          </a:p>
          <a:p>
            <a:pPr marL="342900" indent="-342900">
              <a:buAutoNum type="arabicPeriod"/>
            </a:pPr>
            <a:r>
              <a:rPr lang="en-US" dirty="0"/>
              <a:t>At upper tab menu, click Organization</a:t>
            </a:r>
          </a:p>
          <a:p>
            <a:pPr marL="342900" indent="-342900">
              <a:buAutoNum type="arabicPeriod"/>
            </a:pPr>
            <a:r>
              <a:rPr lang="en-US" dirty="0"/>
              <a:t>Click Add Click button</a:t>
            </a:r>
          </a:p>
          <a:p>
            <a:pPr marL="342900" indent="-342900">
              <a:buAutoNum type="arabicPeriod"/>
            </a:pPr>
            <a:r>
              <a:rPr lang="en-US" dirty="0"/>
              <a:t>Insert Entry Name and Description.</a:t>
            </a:r>
          </a:p>
          <a:p>
            <a:pPr marL="342900" indent="-342900">
              <a:buAutoNum type="arabicPeriod"/>
            </a:pPr>
            <a:r>
              <a:rPr lang="en-US" dirty="0"/>
              <a:t>Click Create to save.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C48742-E285-48C2-B1E8-786DD8BA0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418" y="2255982"/>
            <a:ext cx="5907826" cy="253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3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02B223-764C-4860-B707-0A1C2C16C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90" y="1019512"/>
            <a:ext cx="8290256" cy="32391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71E89D-BF17-41FE-849B-49799B79F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" y="1019512"/>
            <a:ext cx="1671561" cy="323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1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4A0C10-58A2-46BB-827E-0A36340D0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1597094"/>
            <a:ext cx="1022032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91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CE2C71-FEE2-4BA8-932E-2D838D0C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65" y="869467"/>
            <a:ext cx="10106025" cy="2733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BBB16A-5302-4225-97FF-5F17B4B6D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64" y="3809378"/>
            <a:ext cx="101060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91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1E0F3E-DE78-4B04-8A84-C3D275D86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60062"/>
            <a:ext cx="5915439" cy="36653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E63DE0-6D62-4E15-AD09-101E8DE86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279913"/>
            <a:ext cx="5929727" cy="292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69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430DEC-3EE1-4148-902C-5557B0126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22" y="619953"/>
            <a:ext cx="10106025" cy="2752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E74DAA-9217-4E68-AEAB-655D219A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0" y="628650"/>
            <a:ext cx="71247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2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E5AA35-C079-47A8-A13C-C0076736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443740"/>
            <a:ext cx="108489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91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245ADF-7088-441C-A668-1FA01F07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00150"/>
            <a:ext cx="107061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31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EB37E0-9FC0-4332-B0B0-5B3874023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68" y="1472855"/>
            <a:ext cx="5619750" cy="1685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D7D32E-19BE-4445-8B4B-5921FFB0F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471" y="3873569"/>
            <a:ext cx="55816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42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202270-2843-4948-B871-0CE0B7AF2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10" y="876331"/>
            <a:ext cx="3791364" cy="25526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74E260-E87A-4818-BC39-E0D9E8CE4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803" y="4268028"/>
            <a:ext cx="95440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61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F0FCC9-5629-474F-A760-A81CC13C5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04" y="1562307"/>
            <a:ext cx="2790825" cy="3362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5675F2-6741-46F0-B693-1F70C75E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6" y="1562307"/>
            <a:ext cx="82677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28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575FB8-E5C9-49EC-883A-4E58475F7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47875"/>
            <a:ext cx="107632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6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2C3E06-DEA7-4592-8EE1-230BC0BDC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826" y="1199943"/>
            <a:ext cx="3476625" cy="36099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622F5-F4D6-4292-995E-DC659DBB5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1" y="907360"/>
            <a:ext cx="52768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8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F5D87D-BE11-4856-84B8-2418C855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504" y="1118566"/>
            <a:ext cx="5029200" cy="1466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2BF0CC-44D3-49CC-BB67-AC9D7DFD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28" y="3270389"/>
            <a:ext cx="3438525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46FCF8-A6BD-4B6D-B8D7-6CADF0483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816" y="3527564"/>
            <a:ext cx="68865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82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94A53B-32F1-48E8-BE60-198C3545D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532157"/>
            <a:ext cx="10401300" cy="19240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88D29D-2614-48B7-9522-37033DCC6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211" y="2572184"/>
            <a:ext cx="5968241" cy="39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83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10D285-69D2-4CEB-84D6-F6EB8480B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526566"/>
            <a:ext cx="7353300" cy="5248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614E54-62E9-4D81-8A67-5FC25936D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526566"/>
            <a:ext cx="39243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54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BAEA08-CBC0-48B6-8ED1-995A2377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4" y="960783"/>
            <a:ext cx="54864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94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1BB799-6D3E-47A4-BD52-BB710EB65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1833562"/>
            <a:ext cx="99536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54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9C4BB-B92B-4A7B-800D-1C599317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928687"/>
            <a:ext cx="107442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82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41D7D3-2374-496B-BF7E-0FF14FA9A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2095500"/>
            <a:ext cx="69532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4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58</Words>
  <Application>Microsoft Office PowerPoint</Application>
  <PresentationFormat>Widescreen</PresentationFormat>
  <Paragraphs>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PACOM Vigil 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MUHAMAD AIMRAN MOHD ZULKIFLI</dc:creator>
  <cp:lastModifiedBy>MUHAMAD AIMRAN MOHD ZULKIFLI</cp:lastModifiedBy>
  <cp:revision>5</cp:revision>
  <dcterms:created xsi:type="dcterms:W3CDTF">2025-11-05T02:57:09Z</dcterms:created>
  <dcterms:modified xsi:type="dcterms:W3CDTF">2025-11-05T08:44:49Z</dcterms:modified>
</cp:coreProperties>
</file>